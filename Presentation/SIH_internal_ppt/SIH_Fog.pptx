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35999738" cy="20267613"/>
  <p:notesSz cx="6858000" cy="9144000"/>
  <p:defaultTextStyle>
    <a:defPPr>
      <a:defRPr lang="en-US"/>
    </a:defPPr>
    <a:lvl1pPr algn="l" defTabSz="134994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1349943" algn="l" defTabSz="134994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2699887" algn="l" defTabSz="134994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4049830" algn="l" defTabSz="134994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5399774" algn="l" defTabSz="134994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6749717" algn="l" defTabSz="2699887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8099659" algn="l" defTabSz="2699887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9449604" algn="l" defTabSz="2699887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10799546" algn="l" defTabSz="2699887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84" userDrawn="1">
          <p15:clr>
            <a:srgbClr val="A4A3A4"/>
          </p15:clr>
        </p15:guide>
        <p15:guide id="2" pos="113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9" d="100"/>
          <a:sy n="29" d="100"/>
        </p:scale>
        <p:origin x="614" y="62"/>
      </p:cViewPr>
      <p:guideLst>
        <p:guide orient="horz" pos="6384"/>
        <p:guide pos="113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349943" rtl="0" eaLnBrk="0" fontAlgn="base" hangingPunct="0">
      <a:spcBef>
        <a:spcPct val="30000"/>
      </a:spcBef>
      <a:spcAft>
        <a:spcPct val="0"/>
      </a:spcAft>
      <a:defRPr sz="3543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1349943" algn="l" defTabSz="1349943" rtl="0" eaLnBrk="0" fontAlgn="base" hangingPunct="0">
      <a:spcBef>
        <a:spcPct val="30000"/>
      </a:spcBef>
      <a:spcAft>
        <a:spcPct val="0"/>
      </a:spcAft>
      <a:defRPr sz="3543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2699887" algn="l" defTabSz="1349943" rtl="0" eaLnBrk="0" fontAlgn="base" hangingPunct="0">
      <a:spcBef>
        <a:spcPct val="30000"/>
      </a:spcBef>
      <a:spcAft>
        <a:spcPct val="0"/>
      </a:spcAft>
      <a:defRPr sz="3543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4049830" algn="l" defTabSz="1349943" rtl="0" eaLnBrk="0" fontAlgn="base" hangingPunct="0">
      <a:spcBef>
        <a:spcPct val="30000"/>
      </a:spcBef>
      <a:spcAft>
        <a:spcPct val="0"/>
      </a:spcAft>
      <a:defRPr sz="3543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5399774" algn="l" defTabSz="1349943" rtl="0" eaLnBrk="0" fontAlgn="base" hangingPunct="0">
      <a:spcBef>
        <a:spcPct val="30000"/>
      </a:spcBef>
      <a:spcAft>
        <a:spcPct val="0"/>
      </a:spcAft>
      <a:defRPr sz="3543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6749717" algn="l" defTabSz="1349943" rtl="0" eaLnBrk="1" latinLnBrk="0" hangingPunct="1">
      <a:defRPr sz="3543" kern="1200">
        <a:solidFill>
          <a:schemeClr val="tx1"/>
        </a:solidFill>
        <a:latin typeface="+mn-lt"/>
        <a:ea typeface="+mn-ea"/>
        <a:cs typeface="+mn-cs"/>
      </a:defRPr>
    </a:lvl6pPr>
    <a:lvl7pPr marL="8099659" algn="l" defTabSz="1349943" rtl="0" eaLnBrk="1" latinLnBrk="0" hangingPunct="1">
      <a:defRPr sz="3543" kern="1200">
        <a:solidFill>
          <a:schemeClr val="tx1"/>
        </a:solidFill>
        <a:latin typeface="+mn-lt"/>
        <a:ea typeface="+mn-ea"/>
        <a:cs typeface="+mn-cs"/>
      </a:defRPr>
    </a:lvl7pPr>
    <a:lvl8pPr marL="9449604" algn="l" defTabSz="1349943" rtl="0" eaLnBrk="1" latinLnBrk="0" hangingPunct="1">
      <a:defRPr sz="3543" kern="1200">
        <a:solidFill>
          <a:schemeClr val="tx1"/>
        </a:solidFill>
        <a:latin typeface="+mn-lt"/>
        <a:ea typeface="+mn-ea"/>
        <a:cs typeface="+mn-cs"/>
      </a:defRPr>
    </a:lvl8pPr>
    <a:lvl9pPr marL="10799546" algn="l" defTabSz="1349943" rtl="0" eaLnBrk="1" latinLnBrk="0" hangingPunct="1">
      <a:defRPr sz="35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4175" y="685800"/>
            <a:ext cx="608965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4175" y="685800"/>
            <a:ext cx="608965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4175" y="685800"/>
            <a:ext cx="608965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4175" y="685800"/>
            <a:ext cx="608965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4175" y="685800"/>
            <a:ext cx="608965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2" y="6296110"/>
            <a:ext cx="30599777" cy="434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9962" y="11484984"/>
            <a:ext cx="25199817" cy="51795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499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699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049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399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74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0999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449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0799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733" y="13023829"/>
            <a:ext cx="30599777" cy="4025374"/>
          </a:xfrm>
        </p:spPr>
        <p:txBody>
          <a:bodyPr anchor="t"/>
          <a:lstStyle>
            <a:lvl1pPr algn="l">
              <a:defRPr sz="1181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3733" y="8590284"/>
            <a:ext cx="30599777" cy="4433540"/>
          </a:xfrm>
        </p:spPr>
        <p:txBody>
          <a:bodyPr anchor="b"/>
          <a:lstStyle>
            <a:lvl1pPr marL="0" indent="0">
              <a:buNone/>
              <a:defRPr sz="5905">
                <a:solidFill>
                  <a:schemeClr val="tx1">
                    <a:tint val="75000"/>
                  </a:schemeClr>
                </a:solidFill>
              </a:defRPr>
            </a:lvl1pPr>
            <a:lvl2pPr marL="1349994" indent="0">
              <a:buNone/>
              <a:defRPr sz="5315">
                <a:solidFill>
                  <a:schemeClr val="tx1">
                    <a:tint val="75000"/>
                  </a:schemeClr>
                </a:solidFill>
              </a:defRPr>
            </a:lvl2pPr>
            <a:lvl3pPr marL="269999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4049985" indent="0">
              <a:buNone/>
              <a:defRPr sz="4133">
                <a:solidFill>
                  <a:schemeClr val="tx1">
                    <a:tint val="75000"/>
                  </a:schemeClr>
                </a:solidFill>
              </a:defRPr>
            </a:lvl4pPr>
            <a:lvl5pPr marL="5399981" indent="0">
              <a:buNone/>
              <a:defRPr sz="4133">
                <a:solidFill>
                  <a:schemeClr val="tx1">
                    <a:tint val="75000"/>
                  </a:schemeClr>
                </a:solidFill>
              </a:defRPr>
            </a:lvl5pPr>
            <a:lvl6pPr marL="6749975" indent="0">
              <a:buNone/>
              <a:defRPr sz="4133">
                <a:solidFill>
                  <a:schemeClr val="tx1">
                    <a:tint val="75000"/>
                  </a:schemeClr>
                </a:solidFill>
              </a:defRPr>
            </a:lvl6pPr>
            <a:lvl7pPr marL="8099969" indent="0">
              <a:buNone/>
              <a:defRPr sz="4133">
                <a:solidFill>
                  <a:schemeClr val="tx1">
                    <a:tint val="75000"/>
                  </a:schemeClr>
                </a:solidFill>
              </a:defRPr>
            </a:lvl7pPr>
            <a:lvl8pPr marL="9449965" indent="0">
              <a:buNone/>
              <a:defRPr sz="4133">
                <a:solidFill>
                  <a:schemeClr val="tx1">
                    <a:tint val="75000"/>
                  </a:schemeClr>
                </a:solidFill>
              </a:defRPr>
            </a:lvl8pPr>
            <a:lvl9pPr marL="10799960" indent="0">
              <a:buNone/>
              <a:defRPr sz="4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9986" y="4729124"/>
            <a:ext cx="15899884" cy="13375688"/>
          </a:xfrm>
        </p:spPr>
        <p:txBody>
          <a:bodyPr/>
          <a:lstStyle>
            <a:lvl1pPr>
              <a:defRPr sz="8268"/>
            </a:lvl1pPr>
            <a:lvl2pPr>
              <a:defRPr sz="7088"/>
            </a:lvl2pPr>
            <a:lvl3pPr>
              <a:defRPr sz="5905"/>
            </a:lvl3pPr>
            <a:lvl4pPr>
              <a:defRPr sz="5315"/>
            </a:lvl4pPr>
            <a:lvl5pPr>
              <a:defRPr sz="5315"/>
            </a:lvl5pPr>
            <a:lvl6pPr>
              <a:defRPr sz="5315"/>
            </a:lvl6pPr>
            <a:lvl7pPr>
              <a:defRPr sz="5315"/>
            </a:lvl7pPr>
            <a:lvl8pPr>
              <a:defRPr sz="5315"/>
            </a:lvl8pPr>
            <a:lvl9pPr>
              <a:defRPr sz="53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99868" y="4729124"/>
            <a:ext cx="15899884" cy="13375688"/>
          </a:xfrm>
        </p:spPr>
        <p:txBody>
          <a:bodyPr/>
          <a:lstStyle>
            <a:lvl1pPr>
              <a:defRPr sz="8268"/>
            </a:lvl1pPr>
            <a:lvl2pPr>
              <a:defRPr sz="7088"/>
            </a:lvl2pPr>
            <a:lvl3pPr>
              <a:defRPr sz="5905"/>
            </a:lvl3pPr>
            <a:lvl4pPr>
              <a:defRPr sz="5315"/>
            </a:lvl4pPr>
            <a:lvl5pPr>
              <a:defRPr sz="5315"/>
            </a:lvl5pPr>
            <a:lvl6pPr>
              <a:defRPr sz="5315"/>
            </a:lvl6pPr>
            <a:lvl7pPr>
              <a:defRPr sz="5315"/>
            </a:lvl7pPr>
            <a:lvl8pPr>
              <a:defRPr sz="5315"/>
            </a:lvl8pPr>
            <a:lvl9pPr>
              <a:defRPr sz="53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9994" y="4536760"/>
            <a:ext cx="15906136" cy="1890704"/>
          </a:xfrm>
        </p:spPr>
        <p:txBody>
          <a:bodyPr anchor="b"/>
          <a:lstStyle>
            <a:lvl1pPr marL="0" indent="0">
              <a:buNone/>
              <a:defRPr sz="7088" b="1"/>
            </a:lvl1pPr>
            <a:lvl2pPr marL="1349994" indent="0">
              <a:buNone/>
              <a:defRPr sz="5905" b="1"/>
            </a:lvl2pPr>
            <a:lvl3pPr marL="2699990" indent="0">
              <a:buNone/>
              <a:defRPr sz="5315" b="1"/>
            </a:lvl3pPr>
            <a:lvl4pPr marL="4049985" indent="0">
              <a:buNone/>
              <a:defRPr sz="4725" b="1"/>
            </a:lvl4pPr>
            <a:lvl5pPr marL="5399981" indent="0">
              <a:buNone/>
              <a:defRPr sz="4725" b="1"/>
            </a:lvl5pPr>
            <a:lvl6pPr marL="6749975" indent="0">
              <a:buNone/>
              <a:defRPr sz="4725" b="1"/>
            </a:lvl6pPr>
            <a:lvl7pPr marL="8099969" indent="0">
              <a:buNone/>
              <a:defRPr sz="4725" b="1"/>
            </a:lvl7pPr>
            <a:lvl8pPr marL="9449965" indent="0">
              <a:buNone/>
              <a:defRPr sz="4725" b="1"/>
            </a:lvl8pPr>
            <a:lvl9pPr marL="10799960" indent="0">
              <a:buNone/>
              <a:defRPr sz="47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9994" y="6427466"/>
            <a:ext cx="15906136" cy="11677336"/>
          </a:xfrm>
        </p:spPr>
        <p:txBody>
          <a:bodyPr/>
          <a:lstStyle>
            <a:lvl1pPr>
              <a:defRPr sz="7088"/>
            </a:lvl1pPr>
            <a:lvl2pPr>
              <a:defRPr sz="5905"/>
            </a:lvl2pPr>
            <a:lvl3pPr>
              <a:defRPr sz="5315"/>
            </a:lvl3pPr>
            <a:lvl4pPr>
              <a:defRPr sz="4725"/>
            </a:lvl4pPr>
            <a:lvl5pPr>
              <a:defRPr sz="4725"/>
            </a:lvl5pPr>
            <a:lvl6pPr>
              <a:defRPr sz="4725"/>
            </a:lvl6pPr>
            <a:lvl7pPr>
              <a:defRPr sz="4725"/>
            </a:lvl7pPr>
            <a:lvl8pPr>
              <a:defRPr sz="4725"/>
            </a:lvl8pPr>
            <a:lvl9pPr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87374" y="4536760"/>
            <a:ext cx="15912384" cy="1890704"/>
          </a:xfrm>
        </p:spPr>
        <p:txBody>
          <a:bodyPr anchor="b"/>
          <a:lstStyle>
            <a:lvl1pPr marL="0" indent="0">
              <a:buNone/>
              <a:defRPr sz="7088" b="1"/>
            </a:lvl1pPr>
            <a:lvl2pPr marL="1349994" indent="0">
              <a:buNone/>
              <a:defRPr sz="5905" b="1"/>
            </a:lvl2pPr>
            <a:lvl3pPr marL="2699990" indent="0">
              <a:buNone/>
              <a:defRPr sz="5315" b="1"/>
            </a:lvl3pPr>
            <a:lvl4pPr marL="4049985" indent="0">
              <a:buNone/>
              <a:defRPr sz="4725" b="1"/>
            </a:lvl4pPr>
            <a:lvl5pPr marL="5399981" indent="0">
              <a:buNone/>
              <a:defRPr sz="4725" b="1"/>
            </a:lvl5pPr>
            <a:lvl6pPr marL="6749975" indent="0">
              <a:buNone/>
              <a:defRPr sz="4725" b="1"/>
            </a:lvl6pPr>
            <a:lvl7pPr marL="8099969" indent="0">
              <a:buNone/>
              <a:defRPr sz="4725" b="1"/>
            </a:lvl7pPr>
            <a:lvl8pPr marL="9449965" indent="0">
              <a:buNone/>
              <a:defRPr sz="4725" b="1"/>
            </a:lvl8pPr>
            <a:lvl9pPr marL="10799960" indent="0">
              <a:buNone/>
              <a:defRPr sz="47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87374" y="6427466"/>
            <a:ext cx="15912384" cy="11677336"/>
          </a:xfrm>
        </p:spPr>
        <p:txBody>
          <a:bodyPr/>
          <a:lstStyle>
            <a:lvl1pPr>
              <a:defRPr sz="7088"/>
            </a:lvl1pPr>
            <a:lvl2pPr>
              <a:defRPr sz="5905"/>
            </a:lvl2pPr>
            <a:lvl3pPr>
              <a:defRPr sz="5315"/>
            </a:lvl3pPr>
            <a:lvl4pPr>
              <a:defRPr sz="4725"/>
            </a:lvl4pPr>
            <a:lvl5pPr>
              <a:defRPr sz="4725"/>
            </a:lvl5pPr>
            <a:lvl6pPr>
              <a:defRPr sz="4725"/>
            </a:lvl6pPr>
            <a:lvl7pPr>
              <a:defRPr sz="4725"/>
            </a:lvl7pPr>
            <a:lvl8pPr>
              <a:defRPr sz="4725"/>
            </a:lvl8pPr>
            <a:lvl9pPr>
              <a:defRPr sz="47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997" y="806954"/>
            <a:ext cx="11843666" cy="3434235"/>
          </a:xfrm>
        </p:spPr>
        <p:txBody>
          <a:bodyPr anchor="b"/>
          <a:lstStyle>
            <a:lvl1pPr algn="l">
              <a:defRPr sz="59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4899" y="806962"/>
            <a:ext cx="20124856" cy="17297847"/>
          </a:xfrm>
        </p:spPr>
        <p:txBody>
          <a:bodyPr/>
          <a:lstStyle>
            <a:lvl1pPr>
              <a:defRPr sz="9450"/>
            </a:lvl1pPr>
            <a:lvl2pPr>
              <a:defRPr sz="8268"/>
            </a:lvl2pPr>
            <a:lvl3pPr>
              <a:defRPr sz="7088"/>
            </a:lvl3pPr>
            <a:lvl4pPr>
              <a:defRPr sz="5905"/>
            </a:lvl4pPr>
            <a:lvl5pPr>
              <a:defRPr sz="5905"/>
            </a:lvl5pPr>
            <a:lvl6pPr>
              <a:defRPr sz="5905"/>
            </a:lvl6pPr>
            <a:lvl7pPr>
              <a:defRPr sz="5905"/>
            </a:lvl7pPr>
            <a:lvl8pPr>
              <a:defRPr sz="5905"/>
            </a:lvl8pPr>
            <a:lvl9pPr>
              <a:defRPr sz="5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9997" y="4241197"/>
            <a:ext cx="11843666" cy="13863613"/>
          </a:xfrm>
        </p:spPr>
        <p:txBody>
          <a:bodyPr/>
          <a:lstStyle>
            <a:lvl1pPr marL="0" indent="0">
              <a:buNone/>
              <a:defRPr sz="4133"/>
            </a:lvl1pPr>
            <a:lvl2pPr marL="1349994" indent="0">
              <a:buNone/>
              <a:defRPr sz="3543"/>
            </a:lvl2pPr>
            <a:lvl3pPr marL="2699990" indent="0">
              <a:buNone/>
              <a:defRPr sz="2953"/>
            </a:lvl3pPr>
            <a:lvl4pPr marL="4049985" indent="0">
              <a:buNone/>
              <a:defRPr sz="2657"/>
            </a:lvl4pPr>
            <a:lvl5pPr marL="5399981" indent="0">
              <a:buNone/>
              <a:defRPr sz="2657"/>
            </a:lvl5pPr>
            <a:lvl6pPr marL="6749975" indent="0">
              <a:buNone/>
              <a:defRPr sz="2657"/>
            </a:lvl6pPr>
            <a:lvl7pPr marL="8099969" indent="0">
              <a:buNone/>
              <a:defRPr sz="2657"/>
            </a:lvl7pPr>
            <a:lvl8pPr marL="9449965" indent="0">
              <a:buNone/>
              <a:defRPr sz="2657"/>
            </a:lvl8pPr>
            <a:lvl9pPr marL="10799960" indent="0">
              <a:buNone/>
              <a:defRPr sz="26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206" y="14187333"/>
            <a:ext cx="21599843" cy="1674894"/>
          </a:xfrm>
        </p:spPr>
        <p:txBody>
          <a:bodyPr anchor="b"/>
          <a:lstStyle>
            <a:lvl1pPr algn="l">
              <a:defRPr sz="59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056206" y="1810950"/>
            <a:ext cx="21599843" cy="12160568"/>
          </a:xfrm>
        </p:spPr>
        <p:txBody>
          <a:bodyPr rtlCol="0">
            <a:normAutofit/>
          </a:bodyPr>
          <a:lstStyle>
            <a:lvl1pPr marL="0" indent="0">
              <a:buNone/>
              <a:defRPr sz="9450"/>
            </a:lvl1pPr>
            <a:lvl2pPr marL="1349994" indent="0">
              <a:buNone/>
              <a:defRPr sz="8268"/>
            </a:lvl2pPr>
            <a:lvl3pPr marL="2699990" indent="0">
              <a:buNone/>
              <a:defRPr sz="7088"/>
            </a:lvl3pPr>
            <a:lvl4pPr marL="4049985" indent="0">
              <a:buNone/>
              <a:defRPr sz="5905"/>
            </a:lvl4pPr>
            <a:lvl5pPr marL="5399981" indent="0">
              <a:buNone/>
              <a:defRPr sz="5905"/>
            </a:lvl5pPr>
            <a:lvl6pPr marL="6749975" indent="0">
              <a:buNone/>
              <a:defRPr sz="5905"/>
            </a:lvl6pPr>
            <a:lvl7pPr marL="8099969" indent="0">
              <a:buNone/>
              <a:defRPr sz="5905"/>
            </a:lvl7pPr>
            <a:lvl8pPr marL="9449965" indent="0">
              <a:buNone/>
              <a:defRPr sz="5905"/>
            </a:lvl8pPr>
            <a:lvl9pPr marL="10799960" indent="0">
              <a:buNone/>
              <a:defRPr sz="590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6206" y="15862225"/>
            <a:ext cx="21599843" cy="2378628"/>
          </a:xfrm>
        </p:spPr>
        <p:txBody>
          <a:bodyPr/>
          <a:lstStyle>
            <a:lvl1pPr marL="0" indent="0">
              <a:buNone/>
              <a:defRPr sz="4133"/>
            </a:lvl1pPr>
            <a:lvl2pPr marL="1349994" indent="0">
              <a:buNone/>
              <a:defRPr sz="3543"/>
            </a:lvl2pPr>
            <a:lvl3pPr marL="2699990" indent="0">
              <a:buNone/>
              <a:defRPr sz="2953"/>
            </a:lvl3pPr>
            <a:lvl4pPr marL="4049985" indent="0">
              <a:buNone/>
              <a:defRPr sz="2657"/>
            </a:lvl4pPr>
            <a:lvl5pPr marL="5399981" indent="0">
              <a:buNone/>
              <a:defRPr sz="2657"/>
            </a:lvl5pPr>
            <a:lvl6pPr marL="6749975" indent="0">
              <a:buNone/>
              <a:defRPr sz="2657"/>
            </a:lvl6pPr>
            <a:lvl7pPr marL="8099969" indent="0">
              <a:buNone/>
              <a:defRPr sz="2657"/>
            </a:lvl7pPr>
            <a:lvl8pPr marL="9449965" indent="0">
              <a:buNone/>
              <a:defRPr sz="2657"/>
            </a:lvl8pPr>
            <a:lvl9pPr marL="10799960" indent="0">
              <a:buNone/>
              <a:defRPr sz="26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099816" y="811653"/>
            <a:ext cx="8099941" cy="172931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9992" y="811653"/>
            <a:ext cx="23699827" cy="172931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799992" y="-140744"/>
            <a:ext cx="32399765" cy="337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799992" y="3237192"/>
            <a:ext cx="32399765" cy="14867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99991" y="18785084"/>
            <a:ext cx="8399939" cy="107906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3543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299911" y="18785084"/>
            <a:ext cx="11399918" cy="1079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3543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799818" y="18785084"/>
            <a:ext cx="8399939" cy="107906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543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349994" rtl="0" eaLnBrk="0" fontAlgn="base" hangingPunct="0">
        <a:spcBef>
          <a:spcPct val="0"/>
        </a:spcBef>
        <a:spcAft>
          <a:spcPct val="0"/>
        </a:spcAft>
        <a:defRPr sz="12991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1349994" rtl="0" eaLnBrk="0" fontAlgn="base" hangingPunct="0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1349994" rtl="0" eaLnBrk="0" fontAlgn="base" hangingPunct="0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1349994" rtl="0" eaLnBrk="0" fontAlgn="base" hangingPunct="0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1349994" rtl="0" eaLnBrk="0" fontAlgn="base" hangingPunct="0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1349994" algn="ctr" defTabSz="1349994" rtl="0" fontAlgn="base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2699990" algn="ctr" defTabSz="1349994" rtl="0" fontAlgn="base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4049985" algn="ctr" defTabSz="1349994" rtl="0" fontAlgn="base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5399981" algn="ctr" defTabSz="1349994" rtl="0" fontAlgn="base">
        <a:spcBef>
          <a:spcPct val="0"/>
        </a:spcBef>
        <a:spcAft>
          <a:spcPct val="0"/>
        </a:spcAft>
        <a:defRPr sz="1299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1012498" indent="-1012498" algn="l" defTabSz="134999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945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2193741" indent="-843746" algn="l" defTabSz="134999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8268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3374988" indent="-674996" algn="l" defTabSz="134999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7088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4724983" indent="-674996" algn="l" defTabSz="134999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5905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6074979" indent="-674996" algn="l" defTabSz="134999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5905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7424971" indent="-674996" algn="l" defTabSz="1349994" rtl="0" eaLnBrk="1" latinLnBrk="0" hangingPunct="1">
        <a:spcBef>
          <a:spcPct val="20000"/>
        </a:spcBef>
        <a:buFont typeface="Arial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6pPr>
      <a:lvl7pPr marL="8774967" indent="-674996" algn="l" defTabSz="1349994" rtl="0" eaLnBrk="1" latinLnBrk="0" hangingPunct="1">
        <a:spcBef>
          <a:spcPct val="20000"/>
        </a:spcBef>
        <a:buFont typeface="Arial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7pPr>
      <a:lvl8pPr marL="10124963" indent="-674996" algn="l" defTabSz="1349994" rtl="0" eaLnBrk="1" latinLnBrk="0" hangingPunct="1">
        <a:spcBef>
          <a:spcPct val="20000"/>
        </a:spcBef>
        <a:buFont typeface="Arial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8pPr>
      <a:lvl9pPr marL="11474958" indent="-674996" algn="l" defTabSz="1349994" rtl="0" eaLnBrk="1" latinLnBrk="0" hangingPunct="1">
        <a:spcBef>
          <a:spcPct val="20000"/>
        </a:spcBef>
        <a:buFont typeface="Arial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1pPr>
      <a:lvl2pPr marL="1349994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0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049985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5399981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6749975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099969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9449965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0799960" algn="l" defTabSz="1349994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00873" y="9562"/>
            <a:ext cx="26997996" cy="202484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03060" y="2523709"/>
            <a:ext cx="13695653" cy="15220230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20240525" y="5075762"/>
            <a:ext cx="9458479" cy="10116091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79139" y="1924615"/>
            <a:ext cx="25198130" cy="5174616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FogNet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79340" y="-1545711"/>
            <a:ext cx="30597728" cy="6130795"/>
          </a:xfrm>
        </p:spPr>
        <p:txBody>
          <a:bodyPr/>
          <a:lstStyle/>
          <a:p>
            <a:r>
              <a:rPr lang="en-US" sz="11811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11811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9338" y="6140356"/>
            <a:ext cx="19182986" cy="10186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3746" indent="-843746" algn="just">
              <a:buFont typeface="Arial" panose="020B0604020202020204" pitchFamily="34" charset="0"/>
              <a:buChar char="•"/>
            </a:pPr>
            <a:r>
              <a:rPr lang="en-US" sz="70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70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26007</a:t>
            </a:r>
          </a:p>
          <a:p>
            <a:pPr marL="843746" indent="-843746" algn="just">
              <a:buFont typeface="Arial" panose="020B0604020202020204" pitchFamily="34" charset="0"/>
              <a:buChar char="•"/>
            </a:pPr>
            <a:r>
              <a:rPr lang="en-US" sz="70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</a:t>
            </a:r>
            <a:r>
              <a:rPr lang="en-US" sz="70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Safe and Efficient Operation of Mine Vehicles in Fog and Low-Visibility Conditions in Open Cast Iron Ore Mines</a:t>
            </a:r>
            <a:r>
              <a:rPr lang="en-US" sz="70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43746" indent="-843746" algn="just">
              <a:buFont typeface="Arial" panose="020B0604020202020204" pitchFamily="34" charset="0"/>
              <a:buChar char="•"/>
            </a:pPr>
            <a:r>
              <a:rPr lang="en-US" sz="70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70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</a:p>
          <a:p>
            <a:pPr marL="843746" indent="-843746" algn="just">
              <a:buFont typeface="Arial" panose="020B0604020202020204" pitchFamily="34" charset="0"/>
              <a:buChar char="•"/>
            </a:pPr>
            <a:r>
              <a:rPr lang="en-US" sz="70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Hardware</a:t>
            </a:r>
          </a:p>
          <a:p>
            <a:pPr marL="843746" indent="-843746" algn="just">
              <a:buFont typeface="Arial" panose="020B0604020202020204" pitchFamily="34" charset="0"/>
              <a:buChar char="•"/>
            </a:pPr>
            <a:r>
              <a:rPr lang="en-US" sz="70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</a:p>
          <a:p>
            <a:pPr marL="843746" indent="-843746" algn="just">
              <a:buFont typeface="Arial" panose="020B0604020202020204" pitchFamily="34" charset="0"/>
              <a:buChar char="•"/>
            </a:pPr>
            <a:r>
              <a:rPr lang="en-US" sz="70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</a:t>
            </a:r>
            <a:r>
              <a:rPr lang="en-US" sz="70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NEXORA</a:t>
            </a:r>
            <a:endParaRPr lang="en-IN" sz="70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7272" y="13989"/>
            <a:ext cx="6642764" cy="3136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11" y="18772227"/>
            <a:ext cx="35997325" cy="14858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562059" y="-383325"/>
            <a:ext cx="25450512" cy="2817234"/>
          </a:xfrm>
        </p:spPr>
        <p:txBody>
          <a:bodyPr/>
          <a:lstStyle/>
          <a:p>
            <a:pPr eaLnBrk="1" hangingPunct="1"/>
            <a:br>
              <a:rPr lang="en-US" sz="4725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47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“Develop a real-time AI-based safety system for mine vehicles to detect fog, obstacles, and hazards, and provide advance warnings to prevent accidents in low-visibility conditions.”</a:t>
            </a:r>
            <a:endParaRPr lang="en-US" sz="4725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725189" y="18776928"/>
            <a:ext cx="9459927" cy="107804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10" y="183278"/>
            <a:ext cx="3696155" cy="238368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NEXORA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8E208B-48C2-43E3-3DC7-2C5944AC7AC6}"/>
              </a:ext>
            </a:extLst>
          </p:cNvPr>
          <p:cNvSpPr/>
          <p:nvPr/>
        </p:nvSpPr>
        <p:spPr>
          <a:xfrm>
            <a:off x="697279" y="3242194"/>
            <a:ext cx="15021255" cy="226965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7272" y="13989"/>
            <a:ext cx="6642764" cy="31365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C23EEE-6D4D-CB94-CE65-30CEBBB440D0}"/>
              </a:ext>
            </a:extLst>
          </p:cNvPr>
          <p:cNvSpPr txBox="1"/>
          <p:nvPr/>
        </p:nvSpPr>
        <p:spPr>
          <a:xfrm>
            <a:off x="1500918" y="3558036"/>
            <a:ext cx="146267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 typeface="Wingdings" panose="05000000000000000000" pitchFamily="2" charset="2"/>
              <a:buChar char="v"/>
            </a:pPr>
            <a:r>
              <a:rPr lang="en-US" sz="8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IN" sz="73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8E940-6A00-7746-09A6-F965C7279EFC}"/>
              </a:ext>
            </a:extLst>
          </p:cNvPr>
          <p:cNvSpPr/>
          <p:nvPr/>
        </p:nvSpPr>
        <p:spPr>
          <a:xfrm>
            <a:off x="284254" y="6288376"/>
            <a:ext cx="19619826" cy="7856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A7638-2AB5-D1A8-16A3-217BDFF13C5E}"/>
              </a:ext>
            </a:extLst>
          </p:cNvPr>
          <p:cNvSpPr txBox="1"/>
          <p:nvPr/>
        </p:nvSpPr>
        <p:spPr>
          <a:xfrm>
            <a:off x="616679" y="6595324"/>
            <a:ext cx="1914818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Radar-First Detection: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77 GHz radar detects and tracks vehicles and obstacles even in dense fog. </a:t>
            </a:r>
          </a:p>
          <a:p>
            <a:pPr lvl="0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Safe Speed: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safe speed using stopping distance, braking, road grade, payload, and route conditions. </a:t>
            </a:r>
          </a:p>
          <a:p>
            <a:pPr lvl="0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GNSS/IMU &amp; V2V: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vehicle position and shares movement data for early conflict warnings. </a:t>
            </a:r>
          </a:p>
          <a:p>
            <a:pPr lvl="0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 Visibility Monitoring: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Roadside nodes continuously monitor visibility and weather conditions. </a:t>
            </a:r>
          </a:p>
          <a:p>
            <a:pPr lvl="0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HMI &amp; Alerts: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safe-speed, hazard direction, and real-time audio, visual, and vibration alerts. </a:t>
            </a:r>
          </a:p>
          <a:p>
            <a:pPr lvl="0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Fail-Safe Operation: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local radar-based safety with a conservative degraded mode during sensor or network failures.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B3FA15-1629-F68F-9F2F-15A9046CA6D3}"/>
              </a:ext>
            </a:extLst>
          </p:cNvPr>
          <p:cNvSpPr/>
          <p:nvPr/>
        </p:nvSpPr>
        <p:spPr>
          <a:xfrm>
            <a:off x="364084" y="16065714"/>
            <a:ext cx="21874180" cy="217429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C42F60-4B7F-A5D5-D4ED-73C9E025F7D4}"/>
              </a:ext>
            </a:extLst>
          </p:cNvPr>
          <p:cNvSpPr/>
          <p:nvPr/>
        </p:nvSpPr>
        <p:spPr>
          <a:xfrm>
            <a:off x="697278" y="14698640"/>
            <a:ext cx="9493494" cy="106041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66D246-ADE9-FA5D-6115-64455D18DEB3}"/>
              </a:ext>
            </a:extLst>
          </p:cNvPr>
          <p:cNvSpPr txBox="1"/>
          <p:nvPr/>
        </p:nvSpPr>
        <p:spPr>
          <a:xfrm>
            <a:off x="1055384" y="14634408"/>
            <a:ext cx="8534851" cy="1061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3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Innovate &amp; Uniqueness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023898-5C42-B89E-DCA1-4C5852407469}"/>
              </a:ext>
            </a:extLst>
          </p:cNvPr>
          <p:cNvSpPr txBox="1"/>
          <p:nvPr/>
        </p:nvSpPr>
        <p:spPr>
          <a:xfrm>
            <a:off x="284252" y="16311742"/>
            <a:ext cx="22821031" cy="190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93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📡🚛                            🧠📡                           🚛 ⇄ 🚛📶             🚛 ⇄ 🚛🔄            🌫️⏱️           </a:t>
            </a:r>
            <a:br>
              <a:rPr lang="en-IN" sz="3937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93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Detection           AI sensor Fusion           V2V awareness          Alpha call               Predictive Fog Alert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7A10F2-745B-7A4F-8F28-CC32DE518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7708" y="2831223"/>
            <a:ext cx="11821850" cy="1576246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FA8DE4-647E-FD5A-23F9-A43F5A724D18}"/>
              </a:ext>
            </a:extLst>
          </p:cNvPr>
          <p:cNvCxnSpPr>
            <a:cxnSpLocks/>
          </p:cNvCxnSpPr>
          <p:nvPr/>
        </p:nvCxnSpPr>
        <p:spPr>
          <a:xfrm flipH="1">
            <a:off x="22434296" y="2341804"/>
            <a:ext cx="136393" cy="16522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" y="18830288"/>
            <a:ext cx="35997325" cy="14858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01073" y="-659402"/>
            <a:ext cx="32397595" cy="3375025"/>
          </a:xfrm>
        </p:spPr>
        <p:txBody>
          <a:bodyPr/>
          <a:lstStyle/>
          <a:p>
            <a:pPr eaLnBrk="1" hangingPunct="1"/>
            <a:r>
              <a:rPr lang="en-US" sz="1063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725189" y="18776928"/>
            <a:ext cx="9459927" cy="107804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9248" y="-22796"/>
            <a:ext cx="3921809" cy="238368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NEXORA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7272" y="13989"/>
            <a:ext cx="6642764" cy="31365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4AB1D92-FAA7-79C4-59F5-5EDD7E171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33" y="2466012"/>
            <a:ext cx="12194363" cy="162591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3E0223B-F922-EF2C-D1E3-583182AE7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7798" y="2768983"/>
            <a:ext cx="23031940" cy="13139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" y="18772227"/>
            <a:ext cx="35997325" cy="14858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315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99992" y="-765381"/>
            <a:ext cx="32399765" cy="3377936"/>
          </a:xfrm>
        </p:spPr>
        <p:txBody>
          <a:bodyPr/>
          <a:lstStyle/>
          <a:p>
            <a:pPr eaLnBrk="1" hangingPunct="1"/>
            <a:r>
              <a:rPr lang="en-US" sz="1063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725189" y="18776928"/>
            <a:ext cx="9459927" cy="107804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7154" y="192812"/>
            <a:ext cx="3696155" cy="238368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NEXORA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7272" y="13989"/>
            <a:ext cx="6642764" cy="31365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CAD4CB-981C-CF3F-3E96-8AE8C034A451}"/>
              </a:ext>
            </a:extLst>
          </p:cNvPr>
          <p:cNvCxnSpPr>
            <a:cxnSpLocks/>
          </p:cNvCxnSpPr>
          <p:nvPr/>
        </p:nvCxnSpPr>
        <p:spPr>
          <a:xfrm>
            <a:off x="17319787" y="2323921"/>
            <a:ext cx="0" cy="16206306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AF3AD7B-9F20-2AE3-1C4E-8B90D704E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632" y="2497877"/>
            <a:ext cx="12204000" cy="1627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93B147-521B-E9CB-03AE-46F26E210E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588"/>
          <a:stretch>
            <a:fillRect/>
          </a:stretch>
        </p:blipFill>
        <p:spPr>
          <a:xfrm>
            <a:off x="18835123" y="2780185"/>
            <a:ext cx="15941573" cy="1578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" y="18772227"/>
            <a:ext cx="35997325" cy="14858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315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063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725189" y="18776928"/>
            <a:ext cx="9459927" cy="107804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4876" y="754325"/>
            <a:ext cx="3696155" cy="238368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NEXORA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7272" y="13989"/>
            <a:ext cx="6642764" cy="31365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7B0C89-3B71-585D-803C-020F8E400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506" y="2517076"/>
            <a:ext cx="24382726" cy="1625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" y="18772227"/>
            <a:ext cx="35997325" cy="14858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315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063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725189" y="18776928"/>
            <a:ext cx="9459927" cy="107804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4876" y="754325"/>
            <a:ext cx="3696155" cy="238368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NEXORA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7272" y="13989"/>
            <a:ext cx="6642764" cy="313658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C87D85-E1F6-53B8-5E52-8B10FD0E9045}"/>
              </a:ext>
            </a:extLst>
          </p:cNvPr>
          <p:cNvSpPr/>
          <p:nvPr/>
        </p:nvSpPr>
        <p:spPr>
          <a:xfrm>
            <a:off x="1801073" y="5430373"/>
            <a:ext cx="11329295" cy="11107035"/>
          </a:xfrm>
          <a:prstGeom prst="roundRect">
            <a:avLst/>
          </a:prstGeom>
          <a:solidFill>
            <a:schemeClr val="bg1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21E30-CFC5-FA0A-63CD-FBA4D98B4ECD}"/>
              </a:ext>
            </a:extLst>
          </p:cNvPr>
          <p:cNvSpPr txBox="1"/>
          <p:nvPr/>
        </p:nvSpPr>
        <p:spPr>
          <a:xfrm>
            <a:off x="3714531" y="5519956"/>
            <a:ext cx="7502378" cy="1477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4F599-1ACF-C2F0-DCAB-D6952159A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4224" y="4519511"/>
            <a:ext cx="19631187" cy="13087458"/>
          </a:xfrm>
          <a:prstGeom prst="rect">
            <a:avLst/>
          </a:prstGeom>
          <a:effectLst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F067A7-C253-0366-CF3D-DF3041DEBC7C}"/>
              </a:ext>
            </a:extLst>
          </p:cNvPr>
          <p:cNvCxnSpPr/>
          <p:nvPr/>
        </p:nvCxnSpPr>
        <p:spPr>
          <a:xfrm>
            <a:off x="15161342" y="2684206"/>
            <a:ext cx="0" cy="158692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AD5D8E8-7AAA-05C1-B178-38B88D334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8385" y="6802706"/>
            <a:ext cx="9252000" cy="9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7956</TotalTime>
  <Words>263</Words>
  <Application>Microsoft Office PowerPoint</Application>
  <PresentationFormat>Custom</PresentationFormat>
  <Paragraphs>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“Develop a real-time AI-based safety system for mine vehicles to detect fog, obstacles, and hazards, and provide advance warnings to prevent accidents in low-visibility conditions.”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aman pathan</cp:lastModifiedBy>
  <cp:revision>174</cp:revision>
  <dcterms:created xsi:type="dcterms:W3CDTF">2013-12-12T18:46:50Z</dcterms:created>
  <dcterms:modified xsi:type="dcterms:W3CDTF">2026-09-20T15:10:21Z</dcterms:modified>
  <cp:category/>
</cp:coreProperties>
</file>